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0.xml"/><Relationship Id="rId5" Type="http://schemas.openxmlformats.org/officeDocument/2006/relationships/slide" Target="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.xml"/><Relationship Id="rId3" Type="http://schemas.openxmlformats.org/officeDocument/2006/relationships/slide" Target="slide14.xml"/><Relationship Id="rId4" Type="http://schemas.openxmlformats.org/officeDocument/2006/relationships/slide" Target="slide15.xml"/><Relationship Id="rId5" Type="http://schemas.openxmlformats.org/officeDocument/2006/relationships/slide" Target="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29.xml"/><Relationship Id="rId4" Type="http://schemas.openxmlformats.org/officeDocument/2006/relationships/slide" Target="slide30.xml"/><Relationship Id="rId5" Type="http://schemas.openxmlformats.org/officeDocument/2006/relationships/slide" Target="slide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34.xml"/><Relationship Id="rId4" Type="http://schemas.openxmlformats.org/officeDocument/2006/relationships/slide" Target="slide35.xml"/><Relationship Id="rId5" Type="http://schemas.openxmlformats.org/officeDocument/2006/relationships/slide" Target="slide3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39.xml"/><Relationship Id="rId4" Type="http://schemas.openxmlformats.org/officeDocument/2006/relationships/slide" Target="slide40.xml"/><Relationship Id="rId5" Type="http://schemas.openxmlformats.org/officeDocument/2006/relationships/slide" Target="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4.xml"/><Relationship Id="rId4" Type="http://schemas.openxmlformats.org/officeDocument/2006/relationships/slide" Target="slide45.xml"/><Relationship Id="rId5" Type="http://schemas.openxmlformats.org/officeDocument/2006/relationships/slide" Target="slide4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8.xml"/><Relationship Id="rId3" Type="http://schemas.openxmlformats.org/officeDocument/2006/relationships/slide" Target="slide49.xml"/><Relationship Id="rId4" Type="http://schemas.openxmlformats.org/officeDocument/2006/relationships/slide" Target="slide50.xml"/><Relationship Id="rId5" Type="http://schemas.openxmlformats.org/officeDocument/2006/relationships/slide" Target="slide5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3.xml"/><Relationship Id="rId3" Type="http://schemas.openxmlformats.org/officeDocument/2006/relationships/slide" Target="slide54.xml"/><Relationship Id="rId4" Type="http://schemas.openxmlformats.org/officeDocument/2006/relationships/slide" Target="slide55.xml"/><Relationship Id="rId5" Type="http://schemas.openxmlformats.org/officeDocument/2006/relationships/slide" Target="slide5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8.xml"/><Relationship Id="rId3" Type="http://schemas.openxmlformats.org/officeDocument/2006/relationships/slide" Target="slide59.xml"/><Relationship Id="rId4" Type="http://schemas.openxmlformats.org/officeDocument/2006/relationships/slide" Target="slide60.xml"/><Relationship Id="rId5" Type="http://schemas.openxmlformats.org/officeDocument/2006/relationships/slide" Target="slide6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3.xml"/><Relationship Id="rId3" Type="http://schemas.openxmlformats.org/officeDocument/2006/relationships/slide" Target="slide64.xml"/><Relationship Id="rId4" Type="http://schemas.openxmlformats.org/officeDocument/2006/relationships/slide" Target="slide65.xml"/><Relationship Id="rId5" Type="http://schemas.openxmlformats.org/officeDocument/2006/relationships/slide" Target="slide6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8.xml"/><Relationship Id="rId3" Type="http://schemas.openxmlformats.org/officeDocument/2006/relationships/slide" Target="slide69.xml"/><Relationship Id="rId4" Type="http://schemas.openxmlformats.org/officeDocument/2006/relationships/slide" Target="slide70.xml"/><Relationship Id="rId5" Type="http://schemas.openxmlformats.org/officeDocument/2006/relationships/slide" Target="slide7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3.xml"/><Relationship Id="rId3" Type="http://schemas.openxmlformats.org/officeDocument/2006/relationships/slide" Target="slide74.xml"/><Relationship Id="rId4" Type="http://schemas.openxmlformats.org/officeDocument/2006/relationships/slide" Target="slide75.xml"/><Relationship Id="rId5" Type="http://schemas.openxmlformats.org/officeDocument/2006/relationships/slide" Target="slide7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8.xml"/><Relationship Id="rId3" Type="http://schemas.openxmlformats.org/officeDocument/2006/relationships/slide" Target="slide79.xml"/><Relationship Id="rId4" Type="http://schemas.openxmlformats.org/officeDocument/2006/relationships/slide" Target="slide80.xml"/><Relationship Id="rId5" Type="http://schemas.openxmlformats.org/officeDocument/2006/relationships/slide" Target="slide8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3.xml"/><Relationship Id="rId3" Type="http://schemas.openxmlformats.org/officeDocument/2006/relationships/slide" Target="slide84.xml"/><Relationship Id="rId4" Type="http://schemas.openxmlformats.org/officeDocument/2006/relationships/slide" Target="slide85.xml"/><Relationship Id="rId5" Type="http://schemas.openxmlformats.org/officeDocument/2006/relationships/slide" Target="slide8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8.xml"/><Relationship Id="rId3" Type="http://schemas.openxmlformats.org/officeDocument/2006/relationships/slide" Target="slide89.xml"/><Relationship Id="rId4" Type="http://schemas.openxmlformats.org/officeDocument/2006/relationships/slide" Target="slide90.xml"/><Relationship Id="rId5" Type="http://schemas.openxmlformats.org/officeDocument/2006/relationships/slide" Target="slide9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3.xml"/><Relationship Id="rId3" Type="http://schemas.openxmlformats.org/officeDocument/2006/relationships/slide" Target="slide94.xml"/><Relationship Id="rId4" Type="http://schemas.openxmlformats.org/officeDocument/2006/relationships/slide" Target="slide95.xml"/><Relationship Id="rId5" Type="http://schemas.openxmlformats.org/officeDocument/2006/relationships/slide" Target="slide9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8.xml"/><Relationship Id="rId3" Type="http://schemas.openxmlformats.org/officeDocument/2006/relationships/slide" Target="slide99.xml"/><Relationship Id="rId4" Type="http://schemas.openxmlformats.org/officeDocument/2006/relationships/slide" Target="slide100.xml"/><Relationship Id="rId5" Type="http://schemas.openxmlformats.org/officeDocument/2006/relationships/slide" Target="slide10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3.xml"/><Relationship Id="rId3" Type="http://schemas.openxmlformats.org/officeDocument/2006/relationships/slide" Target="slide104.xml"/><Relationship Id="rId4" Type="http://schemas.openxmlformats.org/officeDocument/2006/relationships/slide" Target="slide105.xml"/><Relationship Id="rId5" Type="http://schemas.openxmlformats.org/officeDocument/2006/relationships/slide" Target="slide10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8.xml"/><Relationship Id="rId3" Type="http://schemas.openxmlformats.org/officeDocument/2006/relationships/slide" Target="slide109.xml"/><Relationship Id="rId4" Type="http://schemas.openxmlformats.org/officeDocument/2006/relationships/slide" Target="slide110.xml"/><Relationship Id="rId5" Type="http://schemas.openxmlformats.org/officeDocument/2006/relationships/slide" Target="slide11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3.xml"/><Relationship Id="rId3" Type="http://schemas.openxmlformats.org/officeDocument/2006/relationships/slide" Target="slide114.xml"/><Relationship Id="rId4" Type="http://schemas.openxmlformats.org/officeDocument/2006/relationships/slide" Target="slide115.xml"/><Relationship Id="rId5" Type="http://schemas.openxmlformats.org/officeDocument/2006/relationships/slide" Target="slide11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8.xml"/><Relationship Id="rId3" Type="http://schemas.openxmlformats.org/officeDocument/2006/relationships/slide" Target="slide119.xml"/><Relationship Id="rId4" Type="http://schemas.openxmlformats.org/officeDocument/2006/relationships/slide" Target="slide120.xml"/><Relationship Id="rId5" Type="http://schemas.openxmlformats.org/officeDocument/2006/relationships/slide" Target="slide12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3.xml"/><Relationship Id="rId3" Type="http://schemas.openxmlformats.org/officeDocument/2006/relationships/slide" Target="slide124.xml"/><Relationship Id="rId4" Type="http://schemas.openxmlformats.org/officeDocument/2006/relationships/slide" Target="slide125.xml"/><Relationship Id="rId5" Type="http://schemas.openxmlformats.org/officeDocument/2006/relationships/slide" Target="slide12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8.xml"/><Relationship Id="rId3" Type="http://schemas.openxmlformats.org/officeDocument/2006/relationships/slide" Target="slide129.xml"/><Relationship Id="rId4" Type="http://schemas.openxmlformats.org/officeDocument/2006/relationships/slide" Target="slide130.xml"/><Relationship Id="rId5" Type="http://schemas.openxmlformats.org/officeDocument/2006/relationships/slide" Target="slide13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3.xml"/><Relationship Id="rId3" Type="http://schemas.openxmlformats.org/officeDocument/2006/relationships/slide" Target="slide134.xml"/><Relationship Id="rId4" Type="http://schemas.openxmlformats.org/officeDocument/2006/relationships/slide" Target="slide135.xml"/><Relationship Id="rId5" Type="http://schemas.openxmlformats.org/officeDocument/2006/relationships/slide" Target="slide13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8.xml"/><Relationship Id="rId3" Type="http://schemas.openxmlformats.org/officeDocument/2006/relationships/slide" Target="slide139.xml"/><Relationship Id="rId4" Type="http://schemas.openxmlformats.org/officeDocument/2006/relationships/slide" Target="slide140.xml"/><Relationship Id="rId5" Type="http://schemas.openxmlformats.org/officeDocument/2006/relationships/slide" Target="slide14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3.xml"/><Relationship Id="rId3" Type="http://schemas.openxmlformats.org/officeDocument/2006/relationships/slide" Target="slide144.xml"/><Relationship Id="rId4" Type="http://schemas.openxmlformats.org/officeDocument/2006/relationships/slide" Target="slide145.xml"/><Relationship Id="rId5" Type="http://schemas.openxmlformats.org/officeDocument/2006/relationships/slide" Target="slide14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8.xml"/><Relationship Id="rId3" Type="http://schemas.openxmlformats.org/officeDocument/2006/relationships/slide" Target="slide149.xml"/><Relationship Id="rId4" Type="http://schemas.openxmlformats.org/officeDocument/2006/relationships/slide" Target="slide150.xml"/><Relationship Id="rId5" Type="http://schemas.openxmlformats.org/officeDocument/2006/relationships/slide" Target="slide15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3.xml"/><Relationship Id="rId3" Type="http://schemas.openxmlformats.org/officeDocument/2006/relationships/slide" Target="slide154.xml"/><Relationship Id="rId4" Type="http://schemas.openxmlformats.org/officeDocument/2006/relationships/slide" Target="slide155.xml"/><Relationship Id="rId5" Type="http://schemas.openxmlformats.org/officeDocument/2006/relationships/slide" Target="slide15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8.xml"/><Relationship Id="rId3" Type="http://schemas.openxmlformats.org/officeDocument/2006/relationships/slide" Target="slide159.xml"/><Relationship Id="rId4" Type="http://schemas.openxmlformats.org/officeDocument/2006/relationships/slide" Target="slide160.xml"/><Relationship Id="rId5" Type="http://schemas.openxmlformats.org/officeDocument/2006/relationships/slide" Target="slide16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3.xml"/><Relationship Id="rId3" Type="http://schemas.openxmlformats.org/officeDocument/2006/relationships/slide" Target="slide164.xml"/><Relationship Id="rId4" Type="http://schemas.openxmlformats.org/officeDocument/2006/relationships/slide" Target="slide165.xml"/><Relationship Id="rId5" Type="http://schemas.openxmlformats.org/officeDocument/2006/relationships/slide" Target="slide16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8.xml"/><Relationship Id="rId3" Type="http://schemas.openxmlformats.org/officeDocument/2006/relationships/slide" Target="slide169.xml"/><Relationship Id="rId4" Type="http://schemas.openxmlformats.org/officeDocument/2006/relationships/slide" Target="slide170.xml"/><Relationship Id="rId5" Type="http://schemas.openxmlformats.org/officeDocument/2006/relationships/slide" Target="slide17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3.xml"/><Relationship Id="rId3" Type="http://schemas.openxmlformats.org/officeDocument/2006/relationships/slide" Target="slide174.xml"/><Relationship Id="rId4" Type="http://schemas.openxmlformats.org/officeDocument/2006/relationships/slide" Target="slide175.xml"/><Relationship Id="rId5" Type="http://schemas.openxmlformats.org/officeDocument/2006/relationships/slide" Target="slide17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2000" b="1">
                <a:solidFill>
                  <a:srgbClr val="F0B83C"/>
                </a:solidFill>
                <a:latin typeface="Nirmala UI"/>
              </a:defRPr>
            </a:pPr>
            <a:r>
              <a:t>UPPSC PRELIMS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Nirmala UI"/>
              </a:defRPr>
            </a:pPr>
            <a:r>
              <a:t>महमूद गजनवी और</a:t>
            </a:r>
            <a:br/>
            <a:r>
              <a:t>हिंदू शाही वंश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5943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Nirmala UI"/>
              </a:defRPr>
            </a:pPr>
            <a:r>
              <a:t>35 इंटरैक्टिव MCQ • 4 विकल्प • क्लिक करने पर उत्तर व व्याख्या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700" b="0">
                <a:solidFill>
                  <a:srgbClr val="DCE4F0"/>
                </a:solidFill>
                <a:latin typeface="Nirmala UI"/>
              </a:defRPr>
            </a:pPr>
            <a:r>
              <a:t>कैसे खेलें: स्लाइड शो शुरू करें और किसी विकल्प पर क्लिक करें। फिर ‘अगला प्रश्न’ चुनें।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4343400" y="5303520"/>
            <a:ext cx="3474720" cy="731520"/>
          </a:xfrm>
          <a:prstGeom prst="roundRect">
            <a:avLst/>
          </a:prstGeom>
          <a:solidFill>
            <a:srgbClr val="F0B83C"/>
          </a:solidFill>
          <a:ln>
            <a:solidFill>
              <a:srgbClr val="F0B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5431536"/>
            <a:ext cx="3291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2000" b="1">
                <a:solidFill>
                  <a:srgbClr val="12203A"/>
                </a:solidFill>
                <a:latin typeface="Nirmala UI"/>
              </a:defRPr>
            </a:pPr>
            <a:r>
              <a:t>क्विज़ शुरू करें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01/35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1009 ई. में महमूद गजनवी ने किस शाही शासक को पराजित किया?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जयपाल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आनंदपाल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त्रिलोचनपाल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भीमपाल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1009 ई. में महमूद गजनवी ने किस शाही शासक को पराजित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जयपाल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के अनुसार, 1009 ई. में सिंधु नदी के पास हुए युद्ध में आनंदपाल पराजित हुआ।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1009 ई. में महमूद गजनवी ने किस शाही शासक को पराजित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आनंदपाल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के अनुसार, 1009 ई. में सिंधु नदी के पास हुए युद्ध में आनंदपाल पराजित हुआ।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1009 ई. में महमूद गजनवी ने किस शाही शासक को पराजित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त्रिलोचनपाल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के अनुसार, 1009 ई. में सिंधु नदी के पास हुए युद्ध में आनंदपाल पराजित हुआ।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1009 ई. में महमूद गजनवी ने किस शाही शासक को पराजित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भीमपाल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के अनुसार, 1009 ई. में सिंधु नदी के पास हुए युद्ध में आनंदपाल पराजित हुआ।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02/35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आनंदपाल और महमूद गजनवी का निर्णायक युद्ध किस नदी के पास बताया गया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गंगा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रावी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सिंधु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यमुना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और महमूद गजनवी का निर्णायक युद्ध किस नदी के पास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सिंधु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निर्णायक युद्ध का स्थान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और महमूद गजनवी का निर्णायक युद्ध किस नदी के पास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रावी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सिंधु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निर्णायक युद्ध का स्थान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और महमूद गजनवी का निर्णायक युद्ध किस नदी के पास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सिंधु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सिंधु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निर्णायक युद्ध का स्थान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और महमूद गजनवी का निर्णायक युद्ध किस नदी के पास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सिंधु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निर्णायक युद्ध का स्थान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03/35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आनंदपाल की नई राजधानी का नाम क्या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नंदन या नंदनपुर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थानेश्वर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मथुरा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मुल्तान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की नई राजधानी का नाम क्या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नंदन या नंदनपुर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नंदन या नंदनपुर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की नई राजधानी नंदन या नंदनपुर बताई गई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की नई राजधानी का नाम क्या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थानेश्वर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नंदन या नंदनपुर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की नई राजधानी नंदन या नंदनपुर बताई गई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की नई राजधानी का नाम क्या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मथुरा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नंदन या नंदनपुर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की नई राजधानी नंदन या नंदनपुर बताई गई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की नई राजधानी का नाम क्या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मुल्तान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नंदन या नंदनपुर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की नई राजधानी नंदन या नंदनपुर बताई गई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04/35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नंदन या नंदनपुर किस क्षेत्र में स्थित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मालवा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साल्ट रेंज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बुंदेलखंड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गंगा का मैदान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नंदन या नंदनपुर किस क्षेत्र में स्थित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मालवा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साल्ट रेंज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नंदन साल्ट रेंज में स्थित था। यह क्षेत्र वर्तमान पाकिस्तान के पंजाब में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नंदन या नंदनपुर किस क्षेत्र में स्थित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साल्ट रेंज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साल्ट रेंज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नंदन साल्ट रेंज में स्थित था। यह क्षेत्र वर्तमान पाकिस्तान के पंजाब में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नंदन या नंदनपुर किस क्षेत्र में स्थित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बुंदेलखंड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साल्ट रेंज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नंदन साल्ट रेंज में स्थित था। यह क्षेत्र वर्तमान पाकिस्तान के पंजाब में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नंदन या नंदनपुर किस क्षेत्र में स्थित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गंगा का मैदान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साल्ट रेंज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नंदन साल्ट रेंज में स्थित था। यह क्षेत्र वर्तमान पाकिस्तान के पंजाब में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05/35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आनंदपाल के किस दुर्ग को महमूद गजनवी ने नष्ट किया?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रणथंभौर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कालिंजर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नगरकोट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चित्तौड़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के किस दुर्ग को महमूद गजनवी ने नष्ट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रणथंभौर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नगरकोट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महमूद ने आनंदपाल के नगरकोट नामक किले को नष्ट किया। नगरकोट की पहचान सामान्यतः कांगड़ा से की जाती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के किस दुर्ग को महमूद गजनवी ने नष्ट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कालिंजर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नगरकोट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महमूद ने आनंदपाल के नगरकोट नामक किले को नष्ट किया। नगरकोट की पहचान सामान्यतः कांगड़ा से की जाती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के किस दुर्ग को महमूद गजनवी ने नष्ट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नगरकोट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नगरकोट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महमूद ने आनंदपाल के नगरकोट नामक किले को नष्ट किया। नगरकोट की पहचान सामान्यतः कांगड़ा से की जाती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के किस दुर्ग को महमूद गजनवी ने नष्ट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चित्तौड़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नगरकोट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महमूद ने आनंदपाल के नगरकोट नामक किले को नष्ट किया। नगरकोट की पहचान सामान्यतः कांगड़ा से की जाती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06/35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नगरकोट वर्तमान में किस ऐतिहासिक क्षेत्र से संबंधित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कांगड़ा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अजमेर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दिल्ली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कन्नौज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वर्तमान में किस ऐतिहासिक क्षेत्र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कांगड़ा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कांगड़ा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का संबंध हिमाचल प्रदेश के कांगड़ा क्षेत्र से जोड़ा जाता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वर्तमान में किस ऐतिहासिक क्षेत्र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अजमेर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कांगड़ा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का संबंध हिमाचल प्रदेश के कांगड़ा क्षेत्र से जोड़ा जाता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वर्तमान में किस ऐतिहासिक क्षेत्र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कांगड़ा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का संबंध हिमाचल प्रदेश के कांगड़ा क्षेत्र से जोड़ा जाता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वर्तमान में किस ऐतिहासिक क्षेत्र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कन्नौज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कांगड़ा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का संबंध हिमाचल प्रदेश के कांगड़ा क्षेत्र से जोड़ा जाता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07/35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आनंदपाल को किस नगर से कुछ समय तक शासन करने की अनुमति मिली?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गजनी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लाहौर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काबुल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दिल्ली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को किस नगर से कुछ समय तक शासन करने की अनुमति मिली?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गजनी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लाहौर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पराजय के बाद आनंदपाल को अधीनस्थ राजा के रूप में कुछ समय तक लाहौर से शासन करने दिया गया।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को किस नगर से कुछ समय तक शासन करने की अनुमति मिली?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लाहौर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लाहौर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पराजय के बाद आनंदपाल को अधीनस्थ राजा के रूप में कुछ समय तक लाहौर से शासन करने दिया गया।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को किस नगर से कुछ समय तक शासन करने की अनुमति मिली?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काबुल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लाहौर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पराजय के बाद आनंदपाल को अधीनस्थ राजा के रूप में कुछ समय तक लाहौर से शासन करने दिया गया।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को किस नगर से कुछ समय तक शासन करने की अनुमति मिली?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लाहौर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पराजय के बाद आनंदपाल को अधीनस्थ राजा के रूप में कुछ समय तक लाहौर से शासन करने दिया गया।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08/35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पुस्तक के अनुसार, महमूद गजनवी ने लाहौर तक पहुँचकर आनंदपाल को कब खदेड़ा?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1001 ई.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1009 ई.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1015 ई.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1025 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पुस्तक के अनुसार, महमूद गजनवी ने लाहौर तक पहुँचकर आनंदपाल को कब खदेड़ा?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1015 ई. में महमूद के लाहौर पहुँचने और आनंदपाल को खदेड़ने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पुस्तक के अनुसार, महमूद गजनवी ने लाहौर तक पहुँचकर आनंदपाल को कब खदेड़ा?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1009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1015 ई. में महमूद के लाहौर पहुँचने और आनंदपाल को खदेड़ने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पुस्तक के अनुसार, महमूद गजनवी ने लाहौर तक पहुँचकर आनंदपाल को कब खदेड़ा?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1015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1015 ई. में महमूद के लाहौर पहुँचने और आनंदपाल को खदेड़ने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पुस्तक के अनुसार, महमूद गजनवी ने लाहौर तक पहुँचकर आनंदपाल को कब खदेड़ा?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1025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1015 ई. में महमूद के लाहौर पहुँचने और आनंदपाल को खदेड़ने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09/35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1015 ई. का कश्मीर अभियान क्यों असफल रहा?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खराब मौसम के कारण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नौसेना की कमी के कारण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राजधानी में विद्रोह के कारण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हाथियों की कमी के कारण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1015 ई. का कश्मीर अभियान क्यों असफल रहा?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खराब मौसम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खराब मौसम के कारण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खराब मौसम के कारण कश्मीर पर महमूद का हमला असफल रहा।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1015 ई. का कश्मीर अभियान क्यों असफल रहा?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नौसेना की कमी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खराब मौसम के कारण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खराब मौसम के कारण कश्मीर पर महमूद का हमला असफल रहा।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1015 ई. का कश्मीर अभियान क्यों असफल रहा?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राजधानी में विद्रोह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खराब मौसम के कारण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खराब मौसम के कारण कश्मीर पर महमूद का हमला असफल रहा।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1015 ई. का कश्मीर अभियान क्यों असफल रहा?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हाथियों की कमी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खराब मौसम के कारण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खराब मौसम के कारण कश्मीर पर महमूद का हमला असफल रहा।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10/35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शाही शासकों का समर्थन करने वाला मुस्लिम शासक कौन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मुल्तान का मुस्लिम राजा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गजनी का शासक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दिल्ली का शासक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बंगाल का शासक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शासकों का समर्थन करने वाला मुस्लिम शासक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मुल्तान का मुस्लिम राजा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मुल्तान का मुस्लिम राजा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मुल्तान के मुस्लिम राजा का उल्लेख है, जो गजनी से होने वाले हमलों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शासकों का समर्थन करने वाला मुस्लिम शासक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गजनी का शासक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मुल्तान का मुस्लिम राजा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मुल्तान के मुस्लिम राजा का उल्लेख है, जो गजनी से होने वाले हमलों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शासकों का समर्थन करने वाला मुस्लिम शासक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दिल्ली का शासक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मुल्तान का मुस्लिम राजा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मुल्तान के मुस्लिम राजा का उल्लेख है, जो गजनी से होने वाले हमलों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शासकों का समर्थन करने वाला मुस्लिम शासक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बंगाल का शासक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मुल्तान का मुस्लिम राजा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मुल्तान के मुस्लिम राजा का उल्लेख है, जो गजनी से होने वाले हमलों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11/35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मुल्तान के राजा को किस बात की चिंता थी?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समुद्री व्यापार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गजनी से होने वाले हमले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मंगोल आक्रमण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दक्षिण भारत का विस्तार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मुल्तान के राजा को किस बात की चिंता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समुद्री व्यापार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 से होने वाले हमले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मुल्तान का राजा गजनी से होने वाले हमलों और गुलाम प्राप्त करने के लिए किए जाने वाले अभियानों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मुल्तान के राजा को किस बात की चिंता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गजनी से होने वाले हमले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 से होने वाले हमले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मुल्तान का राजा गजनी से होने वाले हमलों और गुलाम प्राप्त करने के लिए किए जाने वाले अभियानों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मुल्तान के राजा को किस बात की चिंता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मंगोल आक्रमण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 से होने वाले हमले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मुल्तान का राजा गजनी से होने वाले हमलों और गुलाम प्राप्त करने के लिए किए जाने वाले अभियानों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मुल्तान के राजा को किस बात की चिंता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दक्षिण भारत का विस्तार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 से होने वाले हमले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मुल्तान का राजा गजनी से होने वाले हमलों और गुलाम प्राप्त करने के लिए किए जाने वाले अभियानों से परेशान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12/35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भारतीय अभियानों का एक प्रमुख उद्देश्य क्या बताया गया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सिंचाई व्यवस्था बनाना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समृद्ध मंदिरों और नगरों को लूटना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विश्वविद्यालय स्थापित करना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कृषि सुधार करना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भारतीय अभियानों का एक प्रमुख उद्देश्य क्या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सिंचाई व्यवस्था बनाना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समृद्ध मंदिरों और नगरों को लूटना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कई अभियानों में समृद्ध मंदिरों और नगरों को लूटकर धन प्राप्त करना एक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भारतीय अभियानों का एक प्रमुख उद्देश्य क्या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समृद्ध मंदिरों और नगरों को लूटना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समृद्ध मंदिरों और नगरों को लूटना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कई अभियानों में समृद्ध मंदिरों और नगरों को लूटकर धन प्राप्त करना एक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भारतीय अभियानों का एक प्रमुख उद्देश्य क्या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विश्वविद्यालय स्थापित करना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समृद्ध मंदिरों और नगरों को लूटना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कई अभियानों में समृद्ध मंदिरों और नगरों को लूटकर धन प्राप्त करना एक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भारतीय अभियानों का एक प्रमुख उद्देश्य क्या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कृषि सुधार करना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समृद्ध मंदिरों और नगरों को लूटना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कई अभियानों में समृद्ध मंदिरों और नगरों को लूटकर धन प्राप्त करना एक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13/35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लूट से प्राप्त संपत्ति महमूद गजनवी के लिए किस प्रकार उपयोगी थी?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मध्य एशिया में युद्ध जारी रखने के लिए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समुद्री बेड़ा बनाने के लिए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चीन में राजधानी बनाने के लिए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यूरोप में उपनिवेश स्थापित करने के लिए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लूट से प्राप्त संपत्ति महमूद गजनवी के लिए किस प्रकार उपयोगी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मध्य एशिया में युद्ध जारी रखने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 एशिया में युद्ध जारी रखने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की संपत्ति ने महमूद को मध्य एशिया के शत्रुओं के विरुद्ध युद्ध जारी रखने के संसाधन दिए।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लूट से प्राप्त संपत्ति महमूद गजनवी के लिए किस प्रकार उपयोगी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समुद्री बेड़ा बनाने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 एशिया में युद्ध जारी रखने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की संपत्ति ने महमूद को मध्य एशिया के शत्रुओं के विरुद्ध युद्ध जारी रखने के संसाधन दिए।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लूट से प्राप्त संपत्ति महमूद गजनवी के लिए किस प्रकार उपयोगी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चीन में राजधानी बनाने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 एशिया में युद्ध जारी रखने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की संपत्ति ने महमूद को मध्य एशिया के शत्रुओं के विरुद्ध युद्ध जारी रखने के संसाधन दिए।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लूट से प्राप्त संपत्ति महमूद गजनवी के लिए किस प्रकार उपयोगी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यूरोप में उपनिवेश स्थापित करने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 एशिया में युद्ध जारी रखने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की संपत्ति ने महमूद को मध्य एशिया के शत्रुओं के विरुद्ध युद्ध जारी रखने के संसाधन दिए।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14/35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साम्राज्य किस नगर को केंद्र बनाकर विकसित हुआ?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दिल्ली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गजनी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कन्नौज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अजमेर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साम्राज्य किस नगर को केंद्र बनाकर विकसित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सत्ता का प्रमुख राजनीतिक केंद्र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साम्राज्य किस नगर को केंद्र बनाकर विकसित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गजनी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सत्ता का प्रमुख राजनीतिक केंद्र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साम्राज्य किस नगर को केंद्र बनाकर विकसित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कन्नौज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सत्ता का प्रमुख राजनीतिक केंद्र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का साम्राज्य किस नगर को केंद्र बनाकर विकसित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अजमेर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सत्ता का प्रमुख राजनीतिक केंद्र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15/35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विरुद्ध संघर्ष में किस शाही शासक का नाम प्रमुख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आनंदपाल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पृथ्वीराज चौहान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राणा सांगा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स्कंदगुप्त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विरुद्ध संघर्ष में किस शाही शासक का नाम प्रमुख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आनंदपाल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शाही वंश का प्रमुख शासक था जिसने महमूद गजनवी का प्रतिरोध किया।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विरुद्ध संघर्ष में किस शाही शासक का नाम प्रमुख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शाही वंश का प्रमुख शासक था जिसने महमूद गजनवी का प्रतिरोध किया।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विरुद्ध संघर्ष में किस शाही शासक का नाम प्रमुख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राणा सांगा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शाही वंश का प्रमुख शासक था जिसने महमूद गजनवी का प्रतिरोध किया।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के विरुद्ध संघर्ष में किस शाही शासक का नाम प्रमुख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स्कंदगुप्त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शाही वंश का प्रमुख शासक था जिसने महमूद गजनवी का प्रतिरोध किया।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16/35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आनंदपाल किस राजवंश या राजनीतिक सत्ता से संबंधित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गुर्जर-प्रतिहार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हिंदू शाही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चोल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पाल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किस राजवंश या राजनीतिक सत्ता से संबंधित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गुर्जर-प्रतिहार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हिंदू शाही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था, जिसका राज्य उत्तर-पश्चिमी भारतीय उपमहाद्वीप में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किस राजवंश या राजनीतिक सत्ता से संबंधित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हिंदू शाही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हिंदू शाही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था, जिसका राज्य उत्तर-पश्चिमी भारतीय उपमहाद्वीप में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किस राजवंश या राजनीतिक सत्ता से संबंधित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चोल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हिंदू शाही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था, जिसका राज्य उत्तर-पश्चिमी भारतीय उपमहाद्वीप में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आनंदपाल किस राजवंश या राजनीतिक सत्ता से संबंधित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हिंदू शाही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था, जिसका राज्य उत्तर-पश्चिमी भारतीय उपमहाद्वीप में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17/35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जयपाल का आनंदपाल से क्या संबंध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पिता-पुत्र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भाई-भाई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गुरु-शिष्य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चाचा-भतीजा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जयपाल का आनंदपाल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पिता-पुत्र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पिता-पुत्र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आनंदपाल, जयपाल का पुत्र और उत्तराधिकारी था। जयपाल ने भी महमूद गजनवी के विरुद्ध संघर्ष किया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जयपाल का आनंदपाल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भाई-भाई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पिता-पुत्र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आनंदपाल, जयपाल का पुत्र और उत्तराधिकारी था। जयपाल ने भी महमूद गजनवी के विरुद्ध संघर्ष किया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जयपाल का आनंदपाल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गुरु-शिष्य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पिता-पुत्र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आनंदपाल, जयपाल का पुत्र और उत्तराधिकारी था। जयपाल ने भी महमूद गजनवी के विरुद्ध संघर्ष किया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जयपाल का आनंदपाल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चाचा-भतीजा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पिता-पुत्र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आनंदपाल, जयपाल का पुत्र और उत्तराधिकारी था। जयपाल ने भी महमूद गजनवी के विरुद्ध संघर्ष किया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18/35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गजनवी राज्य की राजधानी कहाँ थी?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लाहौर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गजनी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मुल्तान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नंदन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गजनवी राज्य की राजधानी कहाँ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लाहौर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राज्य की राजधानी थी। लाहौर बाद में गजनवी शासन का एक महत्वपूर्ण केंद्र भी बना।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गजनवी राज्य की राजधानी कहाँ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गजनी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राज्य की राजधानी थी। लाहौर बाद में गजनवी शासन का एक महत्वपूर्ण केंद्र भी बना।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गजनवी राज्य की राजधानी कहाँ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मुल्तान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राज्य की राजधानी थी। लाहौर बाद में गजनवी शासन का एक महत्वपूर्ण केंद्र भी बना।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गजनवी राज्य की राजधानी कहाँ थी?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नंदन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गजनी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गजनी गजनवी राज्य की राजधानी थी। लाहौर बाद में गजनवी शासन का एक महत्वपूर्ण केंद्र भी बना।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19/35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राजपूत राजाओं की सहायता का उल्लेख किस संदर्भ में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आनंदपाल के समर्थन के संदर्भ में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महमूद के साथ व्यापार के संदर्भ में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दिल्ली सल्तनत की स्थापना के संदर्भ में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मुगल साम्राज्य के विस्तार के संदर्भ में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राजपूत राजाओं की सहायता का उल्लेख किस संदर्भ में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आनंदपाल के समर्थन के संदर्भ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के समर्थन के संदर्भ में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इतिहासकार फिरिश्ता के वर्णन के आधार पर आनंदपाल की सहायता के लिए विभिन्न राजपूत राजाओं के आने की चर्चा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राजपूत राजाओं की सहायता का उल्लेख किस संदर्भ में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महमूद के साथ व्यापार के संदर्भ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के समर्थन के संदर्भ में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इतिहासकार फिरिश्ता के वर्णन के आधार पर आनंदपाल की सहायता के लिए विभिन्न राजपूत राजाओं के आने की चर्चा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राजपूत राजाओं की सहायता का उल्लेख किस संदर्भ में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दिल्ली सल्तनत की स्थापना के संदर्भ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के समर्थन के संदर्भ में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इतिहासकार फिरिश्ता के वर्णन के आधार पर आनंदपाल की सहायता के लिए विभिन्न राजपूत राजाओं के आने की चर्चा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19/35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राजपूत राजाओं की सहायता का उल्लेख किस संदर्भ में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मुगल साम्राज्य के विस्तार के संदर्भ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के समर्थन के संदर्भ में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इतिहासकार फिरिश्ता के वर्णन के आधार पर आनंदपाल की सहायता के लिए विभिन्न राजपूत राजाओं के आने की चर्चा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20/35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फिरिश्ता कौन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मध्यकालीन इतिहासकार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गजनवी सेनापति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शाही राजा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अरब व्यापारी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फिरिश्ता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मध्यकालीन इतिहासकार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मध्यकालीन इतिहासकार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मुहम्मद कासिम फिरिश्ता मध्यकालीन इतिहासकार था। उसने भारतीय उपमहाद्वीप के मुस्लिम शासकों और उनके अभियानों का इतिहास लिखा।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फिरिश्ता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गजनवी सेनापति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मध्यकालीन इतिहासकार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मुहम्मद कासिम फिरिश्ता मध्यकालीन इतिहासकार था। उसने भारतीय उपमहाद्वीप के मुस्लिम शासकों और उनके अभियानों का इतिहास लिखा।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फिरिश्ता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शाही राजा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मध्यकालीन इतिहासकार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मुहम्मद कासिम फिरिश्ता मध्यकालीन इतिहासकार था। उसने भारतीय उपमहाद्वीप के मुस्लिम शासकों और उनके अभियानों का इतिहास लिखा।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फिरिश्ता कौन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अरब व्यापारी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मध्यकालीन इतिहासकार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मुहम्मद कासिम फिरिश्ता मध्यकालीन इतिहासकार था। उसने भारतीय उपमहाद्वीप के मुस्लिम शासकों और उनके अभियानों का इतिहास लिखा।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21/35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किन तीन राजपूत राजधानियों या राज्यों का उल्लेख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दिल्ली, अजमेर और कन्नौज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पटना, बंगाल और कांची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उज्जैन, मदुरै और तंजावुर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लाहौर, काबुल और गजनी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किन तीन राजपूत राजधानियों या राज्यों का उल्लेख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दिल्ली, अजमेर और कन्नौज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दिल्ली, अजमेर और कन्नौज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दिल्ली, अजमेर और कन्नौज के राजाओं सहित कई राजपूत शासकों के सहायता देने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किन तीन राजपूत राजधानियों या राज्यों का उल्लेख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पटना, बंगाल और कांची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दिल्ली, अजमेर और कन्नौज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दिल्ली, अजमेर और कन्नौज के राजाओं सहित कई राजपूत शासकों के सहायता देने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किन तीन राजपूत राजधानियों या राज्यों का उल्लेख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उज्जैन, मदुरै और तंजावुर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दिल्ली, अजमेर और कन्नौज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दिल्ली, अजमेर और कन्नौज के राजाओं सहित कई राजपूत शासकों के सहायता देने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किन तीन राजपूत राजधानियों या राज्यों का उल्लेख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लाहौर, काबुल और गजनी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दिल्ली, अजमेर और कन्नौज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दिल्ली, अजमेर और कन्नौज के राजाओं सहित कई राजपूत शासकों के सहायता देने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22/35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1001 ई. में किस शासक की सहायता का उल्लेख फिरिश्ता ने किया?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जयपाल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आनंदपाल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राज्यपाल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त्रिलोचनपाल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1001 ई. में किस शासक की सहायता का उल्लेख फिरिश्ता ने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जयपाल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जयपाल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फिरिश्ता के वर्णन के अनुसार, अनेक राजपूत राजाओं द्वारा 1001 ई. में जयपाल की सहायता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1001 ई. में किस शासक की सहायता का उल्लेख फिरिश्ता ने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आनंदपाल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जयपाल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फिरिश्ता के वर्णन के अनुसार, अनेक राजपूत राजाओं द्वारा 1001 ई. में जयपाल की सहायता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1001 ई. में किस शासक की सहायता का उल्लेख फिरिश्ता ने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राज्यपाल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जयपाल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फिरिश्ता के वर्णन के अनुसार, अनेक राजपूत राजाओं द्वारा 1001 ई. में जयपाल की सहायता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1001 ई. में किस शासक की सहायता का उल्लेख फिरिश्ता ने किया?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त्रिलोचनपाल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जयपाल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दिए गए अनुच्छेद में फिरिश्ता के वर्णन के अनुसार, अनेक राजपूत राजाओं द्वारा 1001 ई. में जयपाल की सहायता का उल्लेख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23/35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दिल्ली के पुराने नाम या रूप का उल्लेख किस प्रकार किया गया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इंद्रप्रस्थ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ढिल्लिका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पाटलिपुत्र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कौशांबी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दिल्ली के पुराने नाम या रूप का उल्लेख किस प्रकार किया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इंद्रप्रस्थ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ढिल्लिका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 के लिए ढिल्लिका नाम का उल्लेख है और उस समय इसे छोटा राज्य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दिल्ली के पुराने नाम या रूप का उल्लेख किस प्रकार किया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ढिल्लिका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ढिल्लिका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 के लिए ढिल्लिका नाम का उल्लेख है और उस समय इसे छोटा राज्य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दिल्ली के पुराने नाम या रूप का उल्लेख किस प्रकार किया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पाटलिपुत्र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ढिल्लिका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 के लिए ढिल्लिका नाम का उल्लेख है और उस समय इसे छोटा राज्य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दिल्ली के पुराने नाम या रूप का उल्लेख किस प्रकार किया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कौशांबी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ढिल्लिका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दिल्ली के लिए ढिल्लिका नाम का उल्लेख है और उस समय इसे छोटा राज्य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24/35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कन्नौज के गुर्जर-प्रतिहारों की स्थिति कैसी बताई गई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बहुत शक्तिशाली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कमजोर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दक्षिण भारत के शासक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गजनवी राज्य के संस्थापक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कन्नौज के गुर्जर-प्रतिहारों की स्थिति कैसी बताई गई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बहुत शक्तिशाली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कमजोर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गुर्जर-प्रतिहारों की शक्ति पहले की तुलना में कमजोर हो चुकी थी।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कन्नौज के गुर्जर-प्रतिहारों की स्थिति कैसी बताई गई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कमजोर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कमजोर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गुर्जर-प्रतिहारों की शक्ति पहले की तुलना में कमजोर हो चुकी थी।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कन्नौज के गुर्जर-प्रतिहारों की स्थिति कैसी बताई गई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दक्षिण भारत के शासक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कमजोर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गुर्जर-प्रतिहारों की शक्ति पहले की तुलना में कमजोर हो चुकी थी।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में कन्नौज के गुर्जर-प्रतिहारों की स्थिति कैसी बताई गई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गजनवी राज्य के संस्थापक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कमजोर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अनुसार, गुर्जर-प्रतिहारों की शक्ति पहले की तुलना में कमजोर हो चुकी थी।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25/35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गुर्जर-प्रतिहारों का प्रभाव कभी किस क्षेत्र तक बताया गया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धारेश्वर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कश्मीर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बंगाल की खाड़ी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श्रीलंका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गुर्जर-प्रतिहारों का प्रभाव कभी किस क्षेत्र तक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धारेश्वर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धारेश्वर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गुर्जर-प्रतिहारों के पूर्व प्रभाव का उल्लेख धारेश्वर तक बताया गया है। स्थान की पहचान संदर्भ के आधार पर समझनी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गुर्जर-प्रतिहारों का प्रभाव कभी किस क्षेत्र तक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कश्मीर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धारेश्वर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गुर्जर-प्रतिहारों के पूर्व प्रभाव का उल्लेख धारेश्वर तक बताया गया है। स्थान की पहचान संदर्भ के आधार पर समझनी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गुर्जर-प्रतिहारों का प्रभाव कभी किस क्षेत्र तक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बंगाल की खाड़ी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धारेश्वर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गुर्जर-प्रतिहारों के पूर्व प्रभाव का उल्लेख धारेश्वर तक बताया गया है। स्थान की पहचान संदर्भ के आधार पर समझनी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गुर्जर-प्रतिहारों का प्रभाव कभी किस क्षेत्र तक बताया गया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श्रीलंका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धारेश्वर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गुर्जर-प्रतिहारों के पूर्व प्रभाव का उल्लेख धारेश्वर तक बताया गया है। स्थान की पहचान संदर्भ के आधार पर समझनी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26/35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महमूद गजनवी लगभग किस वर्ष गंगा की घाटी पर आक्रमण करने की स्थिति में पहुँचा?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1001 ई.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1009 ई.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1015 ई.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1030 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महमूद गजनवी लगभग किस वर्ष गंगा की घाटी पर आक्रमण करने की स्थिति में पहुँचा?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अंतिम भाग में कहा गया है कि 1015 ई. तक महमूद गंगा की घाटी पर आक्रमण करने की स्थिति में पहुँच गया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महमूद गजनवी लगभग किस वर्ष गंगा की घाटी पर आक्रमण करने की स्थिति में पहुँचा?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1009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अंतिम भाग में कहा गया है कि 1015 ई. तक महमूद गंगा की घाटी पर आक्रमण करने की स्थिति में पहुँच गया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महमूद गजनवी लगभग किस वर्ष गंगा की घाटी पर आक्रमण करने की स्थिति में पहुँचा?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1015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अंतिम भाग में कहा गया है कि 1015 ई. तक महमूद गंगा की घाटी पर आक्रमण करने की स्थिति में पहुँच गया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अनुच्छेद के अनुसार, महमूद गजनवी लगभग किस वर्ष गंगा की घाटी पर आक्रमण करने की स्थिति में पहुँचा?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1030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C. 1015 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अंतिम भाग में कहा गया है कि 1015 ई. तक महमूद गंगा की घाटी पर आक्रमण करने की स्थिति में पहुँच गया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27/35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ने गंगा के मैदानी भागों में आगे के वर्षों में अनेक अभियान क्यों चलाए?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समृद्ध नगरों और मंदिरों की संपत्ति लूटने के लिए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केवल कृषि भूमि बाँटने के लिए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बौद्ध विश्वविद्यालय खोलने के लिए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समुद्री बंदरगाह बनाने के लिए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ने गंगा के मैदानी भागों में आगे के वर्षों में अनेक अभियान क्यों चलाए?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समृद्ध नगरों और मंदिरों की संपत्ति लूटने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समृद्ध नगरों और मंदिरों की संपत्ति लूटने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समृद्ध नगरों और मंदिरों की संपत्ति हासिल करना इन अभियानों का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ने गंगा के मैदानी भागों में आगे के वर्षों में अनेक अभियान क्यों चलाए?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केवल कृषि भूमि बाँटने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समृद्ध नगरों और मंदिरों की संपत्ति लूटने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समृद्ध नगरों और मंदिरों की संपत्ति हासिल करना इन अभियानों का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ने गंगा के मैदानी भागों में आगे के वर्षों में अनेक अभियान क्यों चलाए?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बौद्ध विश्वविद्यालय खोलने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समृद्ध नगरों और मंदिरों की संपत्ति लूटने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समृद्ध नगरों और मंदिरों की संपत्ति हासिल करना इन अभियानों का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ने गंगा के मैदानी भागों में आगे के वर्षों में अनेक अभियान क्यों चलाए?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समुद्री बंदरगाह बनाने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समृद्ध नगरों और मंदिरों की संपत्ति लूटने के लिए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के अनुसार, समृद्ध नगरों और मंदिरों की संपत्ति हासिल करना इन अभियानों का प्रमुख उद्देश्य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28/35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के मध्य एशियाई संघर्षों का भारतीय अभियानों से क्या संबंध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भारतीय अभियानों से प्राप्त धन युद्ध में सहायक था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दोनों क्षेत्रों का कोई संबंध नहीं था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भारत ने गजनी पर शासन किया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मध्य एशिया के अभियान पूरी तरह समाप्त हो गए थे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के मध्य एशियाई संघर्षों का भारतीय अभियानों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भारतीय अभियानों से प्राप्त धन युद्ध में सहायक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भारतीय अभियानों से प्राप्त धन युद्ध में सहायक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से प्राप्त धन महमूद को मध्य एशिया में प्रतिद्वंद्वियों के विरुद्ध युद्ध चलाने में सहायता देता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के मध्य एशियाई संघर्षों का भारतीय अभियानों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दोनों क्षेत्रों का कोई संबंध नहीं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भारतीय अभियानों से प्राप्त धन युद्ध में सहायक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से प्राप्त धन महमूद को मध्य एशिया में प्रतिद्वंद्वियों के विरुद्ध युद्ध चलाने में सहायता देता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के मध्य एशियाई संघर्षों का भारतीय अभियानों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भारत ने गजनी पर शासन किया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भारतीय अभियानों से प्राप्त धन युद्ध में सहायक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से प्राप्त धन महमूद को मध्य एशिया में प्रतिद्वंद्वियों के विरुद्ध युद्ध चलाने में सहायता देता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के मध्य एशियाई संघर्षों का भारतीय अभियानों से क्या संबंध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मध्य एशिया के अभियान पूरी तरह समाप्त हो गए थे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भारतीय अभियानों से प्राप्त धन युद्ध में सहायक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लूट से प्राप्त धन महमूद को मध्य एशिया में प्रतिद्वंद्वियों के विरुद्ध युद्ध चलाने में सहायता देता था।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29/35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स्थान महमूद गजनवी और आनंदपाल के संघर्ष से संबंधित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सिंधु नदी का क्षेत्र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कावेरी डेल्टा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ब्रह्मपुत्र घाटी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मालाबार तट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स्थान महमूद गजनवी और आनंदपाल के संघर्ष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सिंधु नदी का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सिंधु नदी का क्षेत्र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में आनंदपाल की पराजय से संबंधित निर्णायक युद्ध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स्थान महमूद गजनवी और आनंदपाल के संघर्ष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कावेरी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सिंधु नदी का क्षेत्र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में आनंदपाल की पराजय से संबंधित निर्णायक युद्ध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स्थान महमूद गजनवी और आनंदपाल के संघर्ष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ब्रह्मपुत्र घाटी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सिंधु नदी का क्षेत्र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में आनंदपाल की पराजय से संबंधित निर्णायक युद्ध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29/35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स्थान महमूद गजनवी और आनंदपाल के संघर्ष से संबंधित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मालाबार तट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सिंधु नदी का क्षेत्र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पुस्तक के अनुच्छेद में आनंदपाल की पराजय से संबंधित निर्णायक युद्ध सिंधु नदी के पास बताया गया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30/35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शाही राज्य की भौगोलिक स्थिति के संदर्भ में कौन-सा कथन सही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यह उत्तर-पश्चिमी क्षेत्र में स्थित था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यह केवल दक्षिण भारत में था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यह बंगाल के समुद्र तट पर था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यह श्रीलंका में था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राज्य की भौगोलिक स्थिति के संदर्भ में कौन-सा कथन सही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यह उत्तर-पश्चिमी क्षेत्र में स्थित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यह उत्तर-पश्चिमी क्षेत्र में स्थित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हिंदू शाही सत्ता उत्तर-पश्चिमी भारतीय उपमहाद्वीप के क्षेत्रों में स्थित थी और उसे गजनवी अभियानों का सामना करना पड़ा।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राज्य की भौगोलिक स्थिति के संदर्भ में कौन-सा कथन सही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यह केवल दक्षिण भारत में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यह उत्तर-पश्चिमी क्षेत्र में स्थित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हिंदू शाही सत्ता उत्तर-पश्चिमी भारतीय उपमहाद्वीप के क्षेत्रों में स्थित थी और उसे गजनवी अभियानों का सामना करना पड़ा।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राज्य की भौगोलिक स्थिति के संदर्भ में कौन-सा कथन सही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यह बंगाल के समुद्र तट पर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यह उत्तर-पश्चिमी क्षेत्र में स्थित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हिंदू शाही सत्ता उत्तर-पश्चिमी भारतीय उपमहाद्वीप के क्षेत्रों में स्थित थी और उसे गजनवी अभियानों का सामना करना पड़ा।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शाही राज्य की भौगोलिक स्थिति के संदर्भ में कौन-सा कथन सही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यह श्रीलंका में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यह उत्तर-पश्चिमी क्षेत्र में स्थित था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हिंदू शाही सत्ता उत्तर-पश्चिमी भारतीय उपमहाद्वीप के क्षेत्रों में स्थित थी और उसे गजनवी अभियानों का सामना करना पड़ा।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31/35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युग्म सही सुमेलित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आनंदपाल — शाही वंश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महमूद — चोल वंश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फिरिश्ता — गजनवी सुल्तान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जयपाल — मुगल वंश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युग्म सही सुमेलित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आनंदपाल — शाही वंश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— शाही वंश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था। अन्य विकल्पों में व्यक्तियों और राजवंशों का मेल गलत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युग्म सही सुमेलित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महमूद — चोल वंश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— शाही वंश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था। अन्य विकल्पों में व्यक्तियों और राजवंशों का मेल गलत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युग्म सही सुमेलित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फिरिश्ता — गजनवी सुल्तान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— शाही वंश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था। अन्य विकल्पों में व्यक्तियों और राजवंशों का मेल गलत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युग्म सही सुमेलित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जयपाल — मुगल वंश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आनंदपाल — शाही वंश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आनंदपाल हिंदू शाही वंश का शासक था। अन्य विकल्पों में व्यक्तियों और राजवंशों का मेल गलत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32/35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कथन अनुच्छेद के अनुरूप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महमूद ने कभी पंजाब की ओर अभियान नहीं किया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आनंदपाल ने महमूद का प्रतिरोध किया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महमूद ने केवल समुद्री व्यापार किया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गजनी दिल्ली की राजधानी थी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कथन अनुच्छेद के अनुरूप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महमूद ने कभी पंजाब की ओर अभियान नहीं किया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 ने महमूद का प्रतिरोध किया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द्वारा महमूद गजनवी के अभियानों का प्रतिरोध और अंततः उसकी पराजय वर्णित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कथन अनुच्छेद के अनुरूप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आनंदपाल ने महमूद का प्रतिरोध किया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 ने महमूद का प्रतिरोध किया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द्वारा महमूद गजनवी के अभियानों का प्रतिरोध और अंततः उसकी पराजय वर्णित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कथन अनुच्छेद के अनुरूप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महमूद ने केवल समुद्री व्यापार किया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 ने महमूद का प्रतिरोध किया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द्वारा महमूद गजनवी के अभियानों का प्रतिरोध और अंततः उसकी पराजय वर्णित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निम्नलिखित में से कौन-सा कथन अनुच्छेद के अनुरूप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गजनी दिल्ली की राजधानी थी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B. आनंदपाल ने महमूद का प्रतिरोध किया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में आनंदपाल द्वारा महमूद गजनवी के अभियानों का प्रतिरोध और अंततः उसकी पराजय वर्णित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33/35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नगरकोट पर महमूद के अभियान का संबंध मुख्यतः किससे था?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मंदिरों और संपत्ति की लूट से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कृषि सुधार से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समुद्री व्यापार से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रेलवे निर्माण से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पर महमूद के अभियान का संबंध मुख्यतः किससे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मंदिरों और संपत्ति की लूट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मंदिरों और संपत्ति की लूट से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अपने धार्मिक स्थलों और संपत्ति के लिए प्रसिद्ध था। महमूद के अभियान में वहाँ की संपत्ति लूटे जाने का उल्लेख मिलता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पर महमूद के अभियान का संबंध मुख्यतः किससे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कृषि सुधार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मंदिरों और संपत्ति की लूट से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अपने धार्मिक स्थलों और संपत्ति के लिए प्रसिद्ध था। महमूद के अभियान में वहाँ की संपत्ति लूटे जाने का उल्लेख मिलता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पर महमूद के अभियान का संबंध मुख्यतः किससे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समुद्री व्यापार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मंदिरों और संपत्ति की लूट से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अपने धार्मिक स्थलों और संपत्ति के लिए प्रसिद्ध था। महमूद के अभियान में वहाँ की संपत्ति लूटे जाने का उल्लेख मिलता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नगरकोट पर महमूद के अभियान का संबंध मुख्यतः किससे था?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रेलवे निर्माण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मंदिरों और संपत्ति की लूट से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नगरकोट अपने धार्मिक स्थलों और संपत्ति के लिए प्रसिद्ध था। महमूद के अभियान में वहाँ की संपत्ति लूटे जाने का उल्लेख मिलता है।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34/35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और शाही शासकों के संघर्ष का प्रमुख परिणाम क्या हुआ?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शाही सत्ता कमजोर हुई और गजनवी प्रभाव बढ़ा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गजनवी सत्ता समाप्त हो गई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दिल्ली सल्तनत उसी वर्ष स्थापित हो गई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मुगल शासन आरंभ हो गया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और शाही शासकों के संघर्ष का प्रमुख परिणाम क्या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शाही सत्ता कमजोर हुई और गजनवी प्रभाव बढ़ा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शाही सत्ता कमजोर हुई और गजनवी प्रभाव बढ़ा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लगातार अभियानों और पराजयों से शाही सत्ता कमजोर हुई तथा उत्तर-पश्चिमी क्षेत्र में गजनवी प्रभाव बढ़ा।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और शाही शासकों के संघर्ष का प्रमुख परिणाम क्या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गजनवी सत्ता समाप्त हो गई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शाही सत्ता कमजोर हुई और गजनवी प्रभाव बढ़ा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लगातार अभियानों और पराजयों से शाही सत्ता कमजोर हुई तथा उत्तर-पश्चिमी क्षेत्र में गजनवी प्रभाव बढ़ा।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और शाही शासकों के संघर्ष का प्रमुख परिणाम क्या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दिल्ली सल्तनत उसी वर्ष स्थापित हो गई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शाही सत्ता कमजोर हुई और गजनवी प्रभाव बढ़ा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लगातार अभियानों और पराजयों से शाही सत्ता कमजोर हुई तथा उत्तर-पश्चिमी क्षेत्र में गजनवी प्रभाव बढ़ा।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महमूद गजनवी और शाही शासकों के संघर्ष का प्रमुख परिणाम क्या हुआ?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मुगल शासन आरंभ हो 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शाही सत्ता कमजोर हुई और गजनवी प्रभाव बढ़ा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लगातार अभियानों और पराजयों से शाही सत्ता कमजोर हुई तथा उत्तर-पश्चिमी क्षेत्र में गजनवी प्रभाव बढ़ा।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अगला प्रश्न  →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irmala UI"/>
              </a:defRPr>
            </a:pPr>
            <a:r>
              <a:t>UPPSC HISTORY QUIZ  |  प्रश्न 35/35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12344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600" b="1">
                <a:solidFill>
                  <a:srgbClr val="12203A"/>
                </a:solidFill>
                <a:latin typeface="Nirmala UI"/>
              </a:defRPr>
            </a:pPr>
            <a:r>
              <a:t>UPPSC के लिए इस अनुच्छेद से सबसे उपयुक्त ऐतिहासिक निष्कर्ष क्या है?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647387"/>
                </a:solidFill>
                <a:latin typeface="Nirmala UI"/>
              </a:defRPr>
            </a:pPr>
            <a:r>
              <a:t>सही विकल्प चुनने के लिए किसी उत्तर पर क्लिक करें: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A. राजनीतिक विखंडन ने बाहरी आक्रमणों का सामना कठिन बनाया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217920" y="315468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31927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B. सभी भारतीय राज्य एक स्थायी संघ में थे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7315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C. महमूद ने कोई सैन्य अभियान नहीं किया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217920" y="43434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846320" cy="4572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D. शाही वंश दक्षिण भारत में शासन करता था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300" b="0">
                <a:solidFill>
                  <a:srgbClr val="647387"/>
                </a:solidFill>
                <a:latin typeface="Nirmala UI"/>
              </a:defRPr>
            </a:pPr>
            <a:r>
              <a:t>टिप: हर विकल्प पर क्लिक करने से उस चयन का फीडबैक खुलेगा।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8555"/>
          </a:solidFill>
          <a:ln>
            <a:solidFill>
              <a:srgbClr val="23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✓ सही उत्तर!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UPPSC के लिए इस अनुच्छेद से सबसे उपयुक्त ऐतिहासिक निष्कर्ष क्या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A. राजनीतिक विखंडन ने बाहरी आक्रमणों का सामना कठिन बनाया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राजनीतिक विखंडन ने बाहरी आक्रमणों का सामना कठिन बनाया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राजपूत राज्यों की कमजोर स्थिति और शाही शासकों के संघर्ष को रेखांकित करता है। पूरे मध्यकालीन भारत पर यह निष्कर्ष लागू करने से पहले व्यापक ऐतिहासिक संदर्भ देखना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समाप्ति  →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UPPSC के लिए इस अनुच्छेद से सबसे उपयुक्त ऐतिहासिक निष्कर्ष क्या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B. सभी भारतीय राज्य एक स्थायी संघ में थे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राजनीतिक विखंडन ने बाहरी आक्रमणों का सामना कठिन बनाया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राजपूत राज्यों की कमजोर स्थिति और शाही शासकों के संघर्ष को रेखांकित करता है। पूरे मध्यकालीन भारत पर यह निष्कर्ष लागू करने से पहले व्यापक ऐतिहासिक संदर्भ देखना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समाप्ति  →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UPPSC के लिए इस अनुच्छेद से सबसे उपयुक्त ऐतिहासिक निष्कर्ष क्या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C. महमूद ने कोई सैन्य अभियान नहीं किया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राजनीतिक विखंडन ने बाहरी आक्रमणों का सामना कठिन बनाया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राजपूत राज्यों की कमजोर स्थिति और शाही शासकों के संघर्ष को रेखांकित करता है। पूरे मध्यकालीन भारत पर यह निष्कर्ष लागू करने से पहले व्यापक ऐतिहासिक संदर्भ देखना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समाप्ति  →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irmala UI"/>
              </a:defRPr>
            </a:pPr>
            <a:r>
              <a:t>✗ यह विकल्प सही नहीं है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647387"/>
                </a:solidFill>
                <a:latin typeface="Nirmala UI"/>
              </a:defRPr>
            </a:pPr>
            <a:r>
              <a:t>प्रश्न 35/35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Nirmala UI"/>
              </a:defRPr>
            </a:pPr>
            <a:r>
              <a:t>UPPSC के लिए इस अनुच्छेद से सबसे उपयुक्त ऐतिहासिक निष्कर्ष क्या है?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22B3A"/>
                </a:solidFill>
                <a:latin typeface="Nirmala UI"/>
              </a:defRPr>
            </a:pPr>
            <a:r>
              <a:t>आपका चयन: D. शाही वंश दक्षिण भारत में शासन करता था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E0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149840" cy="4114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900" b="1">
                <a:solidFill>
                  <a:srgbClr val="238555"/>
                </a:solidFill>
                <a:latin typeface="Nirmala UI"/>
              </a:defRPr>
            </a:pPr>
            <a:r>
              <a:t>सही उत्तर: A. राजनीतिक विखंडन ने बाहरी आक्रमणों का सामना कठिन बनाया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1">
                <a:solidFill>
                  <a:srgbClr val="245391"/>
                </a:solidFill>
                <a:latin typeface="Nirmala UI"/>
              </a:defRPr>
            </a:pPr>
            <a:r>
              <a:t>व्याख्या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l">
              <a:defRPr sz="1600" b="0">
                <a:solidFill>
                  <a:srgbClr val="222B3A"/>
                </a:solidFill>
                <a:latin typeface="Nirmala UI"/>
              </a:defRPr>
            </a:pPr>
            <a:r>
              <a:t>अनुच्छेद राजपूत राज्यों की कमजोर स्थिति और शाही शासकों के संघर्ष को रेखांकित करता है। पूरे मध्यकालीन भारत पर यह निष्कर्ष लागू करने से पहले व्यापक ऐतिहासिक संदर्भ देखना चाहिए।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8732520" y="5897880"/>
            <a:ext cx="2560320" cy="566928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989320"/>
            <a:ext cx="2286000" cy="3200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समाप्ति  →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9144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irmala UI"/>
              </a:defRPr>
            </a:pPr>
            <a:r>
              <a:t>क्विज़ पूरा हुआ!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149840" cy="8229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2000" b="0">
                <a:solidFill>
                  <a:srgbClr val="DCE4F0"/>
                </a:solidFill>
                <a:latin typeface="Nirmala UI"/>
              </a:defRPr>
            </a:pPr>
            <a:r>
              <a:t>अब गलत उत्तरों के स्पष्टीकरण दोबारा पढ़ें और UPPSC Prelims की तैयारी मजबूत करें।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931920"/>
            <a:ext cx="1014984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500" b="0">
                <a:solidFill>
                  <a:srgbClr val="F0B83C"/>
                </a:solidFill>
                <a:latin typeface="Nirmala UI"/>
              </a:defRPr>
            </a:pPr>
            <a:r>
              <a:t>ध्यान दें: कुछ प्रश्न पुस्तक के अनुच्छेद के कथन पर आधारित हैं; परीक्षा से पहले तिथियों को मानक इतिहास स्रोत से मिलाएँ।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206240" y="5166360"/>
            <a:ext cx="3749039" cy="685800"/>
          </a:xfrm>
          <a:prstGeom prst="roundRect">
            <a:avLst/>
          </a:prstGeom>
          <a:solidFill>
            <a:srgbClr val="F0B83C"/>
          </a:solidFill>
          <a:ln>
            <a:solidFill>
              <a:srgbClr val="F0B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5303520"/>
            <a:ext cx="347472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ctr">
              <a:defRPr sz="1800" b="1">
                <a:solidFill>
                  <a:srgbClr val="12203A"/>
                </a:solidFill>
                <a:latin typeface="Nirmala UI"/>
              </a:defRPr>
            </a:pPr>
            <a:r>
              <a:t>पहले प्रश्न पर लौटें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